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941cd241e4a6e" /><Relationship Type="http://schemas.openxmlformats.org/officeDocument/2006/relationships/extended-properties" Target="/docProps/app.xml" Id="R3d92dd7e32fb43ac" /><Relationship Type="http://schemas.openxmlformats.org/officeDocument/2006/relationships/officeDocument" Target="/ppt/presentation.xml" Id="Rd558379e84e5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79e7256219428f"/>
  </p:sldMasterIdLst>
  <p:notesMasterIdLst>
    <p:notesMasterId xmlns:r="http://schemas.openxmlformats.org/officeDocument/2006/relationships" r:id="R95dc9f14a7224992"/>
  </p:notesMasterIdLst>
  <p:sldIdLst>
    <p:sldId xmlns:r="http://schemas.openxmlformats.org/officeDocument/2006/relationships" id="256" r:id="R5692232489184ae0"/>
    <p:sldId xmlns:r="http://schemas.openxmlformats.org/officeDocument/2006/relationships" id="257" r:id="R13f47e3b38774ca6"/>
    <p:sldId xmlns:r="http://schemas.openxmlformats.org/officeDocument/2006/relationships" id="258" r:id="R073e8828243c40b8"/>
    <p:sldId xmlns:r="http://schemas.openxmlformats.org/officeDocument/2006/relationships" id="259" r:id="R2bc0e3a1be26472f"/>
    <p:sldId xmlns:r="http://schemas.openxmlformats.org/officeDocument/2006/relationships" id="260" r:id="Rb4ce1e63bbfe434e"/>
    <p:sldId xmlns:r="http://schemas.openxmlformats.org/officeDocument/2006/relationships" id="261" r:id="R750dbe23a43548c4"/>
    <p:sldId xmlns:r="http://schemas.openxmlformats.org/officeDocument/2006/relationships" id="262" r:id="R37199ffc708745c5"/>
    <p:sldId xmlns:r="http://schemas.openxmlformats.org/officeDocument/2006/relationships" id="263" r:id="R302cb8111d944c64"/>
    <p:sldId xmlns:r="http://schemas.openxmlformats.org/officeDocument/2006/relationships" id="264" r:id="Rcd00d50aa4f746be"/>
    <p:sldId xmlns:r="http://schemas.openxmlformats.org/officeDocument/2006/relationships" id="265" r:id="Rbf484e1d6ac9468c"/>
    <p:sldId xmlns:r="http://schemas.openxmlformats.org/officeDocument/2006/relationships" id="266" r:id="Rea15cbe6f8804875"/>
    <p:sldId xmlns:r="http://schemas.openxmlformats.org/officeDocument/2006/relationships" id="267" r:id="Rd85b8ea6578842f0"/>
    <p:sldId xmlns:r="http://schemas.openxmlformats.org/officeDocument/2006/relationships" id="268" r:id="Rfe3912a817d54ef8"/>
    <p:sldId xmlns:r="http://schemas.openxmlformats.org/officeDocument/2006/relationships" id="269" r:id="R657708aaa50949dc"/>
    <p:sldId xmlns:r="http://schemas.openxmlformats.org/officeDocument/2006/relationships" id="270" r:id="R45391267c1ba4ebc"/>
    <p:sldId xmlns:r="http://schemas.openxmlformats.org/officeDocument/2006/relationships" id="271" r:id="R53e4a63dcb5a49f9"/>
    <p:sldId xmlns:r="http://schemas.openxmlformats.org/officeDocument/2006/relationships" id="272" r:id="Rab5080fea63e4e3b"/>
    <p:sldId xmlns:r="http://schemas.openxmlformats.org/officeDocument/2006/relationships" id="273" r:id="R26a7f155ec4f43ca"/>
    <p:sldId xmlns:r="http://schemas.openxmlformats.org/officeDocument/2006/relationships" id="274" r:id="R272622833a694083"/>
    <p:sldId xmlns:r="http://schemas.openxmlformats.org/officeDocument/2006/relationships" id="275" r:id="R4c390cf8965e45ba"/>
    <p:sldId xmlns:r="http://schemas.openxmlformats.org/officeDocument/2006/relationships" id="276" r:id="Ra2cc3a24bad2452d"/>
    <p:sldId xmlns:r="http://schemas.openxmlformats.org/officeDocument/2006/relationships" id="277" r:id="R4415e8b57eb84213"/>
    <p:sldId xmlns:r="http://schemas.openxmlformats.org/officeDocument/2006/relationships" id="278" r:id="Rd857b43339aa4fd9"/>
    <p:sldId xmlns:r="http://schemas.openxmlformats.org/officeDocument/2006/relationships" id="279" r:id="Rbc03f76b9b124b73"/>
    <p:sldId xmlns:r="http://schemas.openxmlformats.org/officeDocument/2006/relationships" id="280" r:id="R13ba7b7354484f3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9055403c545fc" /><Relationship Type="http://schemas.openxmlformats.org/officeDocument/2006/relationships/slideMaster" Target="/ppt/slideMasters/slideMaster1.xml" Id="R9179e7256219428f" /><Relationship Type="http://schemas.openxmlformats.org/officeDocument/2006/relationships/notesMaster" Target="/ppt/notesMasters/notesMaster1.xml" Id="R95dc9f14a7224992" /><Relationship Type="http://schemas.openxmlformats.org/officeDocument/2006/relationships/presProps" Target="/ppt/presProps.xml" Id="R16dcf562f40e44b7" /><Relationship Type="http://schemas.openxmlformats.org/officeDocument/2006/relationships/tableStyles" Target="/ppt/tableStyles.xml" Id="R008784e022bd452a" /><Relationship Type="http://schemas.openxmlformats.org/officeDocument/2006/relationships/slide" Target="/ppt/slides/slide1.xml" Id="R5692232489184ae0" /><Relationship Type="http://schemas.openxmlformats.org/officeDocument/2006/relationships/slide" Target="/ppt/slides/slide2.xml" Id="R13f47e3b38774ca6" /><Relationship Type="http://schemas.openxmlformats.org/officeDocument/2006/relationships/slide" Target="/ppt/slides/slide3.xml" Id="R073e8828243c40b8" /><Relationship Type="http://schemas.openxmlformats.org/officeDocument/2006/relationships/slide" Target="/ppt/slides/slide4.xml" Id="R2bc0e3a1be26472f" /><Relationship Type="http://schemas.openxmlformats.org/officeDocument/2006/relationships/slide" Target="/ppt/slides/slide5.xml" Id="Rb4ce1e63bbfe434e" /><Relationship Type="http://schemas.openxmlformats.org/officeDocument/2006/relationships/slide" Target="/ppt/slides/slide6.xml" Id="R750dbe23a43548c4" /><Relationship Type="http://schemas.openxmlformats.org/officeDocument/2006/relationships/slide" Target="/ppt/slides/slide7.xml" Id="R37199ffc708745c5" /><Relationship Type="http://schemas.openxmlformats.org/officeDocument/2006/relationships/slide" Target="/ppt/slides/slide8.xml" Id="R302cb8111d944c64" /><Relationship Type="http://schemas.openxmlformats.org/officeDocument/2006/relationships/slide" Target="/ppt/slides/slide9.xml" Id="Rcd00d50aa4f746be" /><Relationship Type="http://schemas.openxmlformats.org/officeDocument/2006/relationships/slide" Target="/ppt/slides/slide10.xml" Id="Rbf484e1d6ac9468c" /><Relationship Type="http://schemas.openxmlformats.org/officeDocument/2006/relationships/slide" Target="/ppt/slides/slide11.xml" Id="Rea15cbe6f8804875" /><Relationship Type="http://schemas.openxmlformats.org/officeDocument/2006/relationships/slide" Target="/ppt/slides/slide12.xml" Id="Rd85b8ea6578842f0" /><Relationship Type="http://schemas.openxmlformats.org/officeDocument/2006/relationships/slide" Target="/ppt/slides/slide13.xml" Id="Rfe3912a817d54ef8" /><Relationship Type="http://schemas.openxmlformats.org/officeDocument/2006/relationships/slide" Target="/ppt/slides/slide14.xml" Id="R657708aaa50949dc" /><Relationship Type="http://schemas.openxmlformats.org/officeDocument/2006/relationships/slide" Target="/ppt/slides/slide15.xml" Id="R45391267c1ba4ebc" /><Relationship Type="http://schemas.openxmlformats.org/officeDocument/2006/relationships/slide" Target="/ppt/slides/slide16.xml" Id="R53e4a63dcb5a49f9" /><Relationship Type="http://schemas.openxmlformats.org/officeDocument/2006/relationships/slide" Target="/ppt/slides/slide17.xml" Id="Rab5080fea63e4e3b" /><Relationship Type="http://schemas.openxmlformats.org/officeDocument/2006/relationships/slide" Target="/ppt/slides/slide18.xml" Id="R26a7f155ec4f43ca" /><Relationship Type="http://schemas.openxmlformats.org/officeDocument/2006/relationships/slide" Target="/ppt/slides/slide19.xml" Id="R272622833a694083" /><Relationship Type="http://schemas.openxmlformats.org/officeDocument/2006/relationships/slide" Target="/ppt/slides/slide20.xml" Id="R4c390cf8965e45ba" /><Relationship Type="http://schemas.openxmlformats.org/officeDocument/2006/relationships/slide" Target="/ppt/slides/slide21.xml" Id="Ra2cc3a24bad2452d" /><Relationship Type="http://schemas.openxmlformats.org/officeDocument/2006/relationships/slide" Target="/ppt/slides/slide22.xml" Id="R4415e8b57eb84213" /><Relationship Type="http://schemas.openxmlformats.org/officeDocument/2006/relationships/slide" Target="/ppt/slides/slide23.xml" Id="Rd857b43339aa4fd9" /><Relationship Type="http://schemas.openxmlformats.org/officeDocument/2006/relationships/slide" Target="/ppt/slides/slide24.xml" Id="Rbc03f76b9b124b73" /><Relationship Type="http://schemas.openxmlformats.org/officeDocument/2006/relationships/slide" Target="/ppt/slides/slide25.xml" Id="R13ba7b735448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bb39cc21cf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fb4c69129e48b9" /><Relationship Type="http://schemas.openxmlformats.org/officeDocument/2006/relationships/notesMaster" Target="/ppt/notesMasters/notesMaster1.xml" Id="R7bcea083576f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c7779af9442e6" /><Relationship Type="http://schemas.openxmlformats.org/officeDocument/2006/relationships/notesMaster" Target="/ppt/notesMasters/notesMaster1.xml" Id="R114359d5cbc9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1b14003064af9" /><Relationship Type="http://schemas.openxmlformats.org/officeDocument/2006/relationships/notesMaster" Target="/ppt/notesMasters/notesMaster1.xml" Id="Rc5135eef8516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5093e477b4f96" /><Relationship Type="http://schemas.openxmlformats.org/officeDocument/2006/relationships/notesMaster" Target="/ppt/notesMasters/notesMaster1.xml" Id="Rc934c48651f5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05b149e4c4bfb" /><Relationship Type="http://schemas.openxmlformats.org/officeDocument/2006/relationships/notesMaster" Target="/ppt/notesMasters/notesMaster1.xml" Id="R7a5d700a83424b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69f3e50d8c4a5f" /><Relationship Type="http://schemas.openxmlformats.org/officeDocument/2006/relationships/notesMaster" Target="/ppt/notesMasters/notesMaster1.xml" Id="Re5e38207d5004c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8e9a11549148a4" /><Relationship Type="http://schemas.openxmlformats.org/officeDocument/2006/relationships/notesMaster" Target="/ppt/notesMasters/notesMaster1.xml" Id="Re0a707b747cf42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de2ddfa4e54715" /><Relationship Type="http://schemas.openxmlformats.org/officeDocument/2006/relationships/notesMaster" Target="/ppt/notesMasters/notesMaster1.xml" Id="Raa0b436c72ca4e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22bcc759ab448b" /><Relationship Type="http://schemas.openxmlformats.org/officeDocument/2006/relationships/notesMaster" Target="/ppt/notesMasters/notesMaster1.xml" Id="R90b4806dab0e4c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51342540a847be" /><Relationship Type="http://schemas.openxmlformats.org/officeDocument/2006/relationships/notesMaster" Target="/ppt/notesMasters/notesMaster1.xml" Id="R6e000f6940c44b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6edc005d44c1d" /><Relationship Type="http://schemas.openxmlformats.org/officeDocument/2006/relationships/notesMaster" Target="/ppt/notesMasters/notesMaster1.xml" Id="R3a830d9b64bb4b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77186d6e934a43" /><Relationship Type="http://schemas.openxmlformats.org/officeDocument/2006/relationships/notesMaster" Target="/ppt/notesMasters/notesMaster1.xml" Id="R406ace76d5a24f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bd66854fbb4261" /><Relationship Type="http://schemas.openxmlformats.org/officeDocument/2006/relationships/notesMaster" Target="/ppt/notesMasters/notesMaster1.xml" Id="Rdd6dfec15dff4f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a74887cc224898" /><Relationship Type="http://schemas.openxmlformats.org/officeDocument/2006/relationships/notesMaster" Target="/ppt/notesMasters/notesMaster1.xml" Id="R3964349b78474c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c1af64231c4ff8" /><Relationship Type="http://schemas.openxmlformats.org/officeDocument/2006/relationships/notesMaster" Target="/ppt/notesMasters/notesMaster1.xml" Id="Ra7dd27f387234d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72199dced3437a" /><Relationship Type="http://schemas.openxmlformats.org/officeDocument/2006/relationships/notesMaster" Target="/ppt/notesMasters/notesMaster1.xml" Id="R034d7f8ddb4c45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65de1d59c44a4b" /><Relationship Type="http://schemas.openxmlformats.org/officeDocument/2006/relationships/notesMaster" Target="/ppt/notesMasters/notesMaster1.xml" Id="R07b5f2127ec644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d3fb0531c04a1d" /><Relationship Type="http://schemas.openxmlformats.org/officeDocument/2006/relationships/notesMaster" Target="/ppt/notesMasters/notesMaster1.xml" Id="R4cc903d4274143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3b489d79de4573" /><Relationship Type="http://schemas.openxmlformats.org/officeDocument/2006/relationships/notesMaster" Target="/ppt/notesMasters/notesMaster1.xml" Id="R40e0e1ecf67f4a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c0bef2e4ed4ed5" /><Relationship Type="http://schemas.openxmlformats.org/officeDocument/2006/relationships/notesMaster" Target="/ppt/notesMasters/notesMaster1.xml" Id="R2edfbd0d38ca44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809ba627a746a5" /><Relationship Type="http://schemas.openxmlformats.org/officeDocument/2006/relationships/notesMaster" Target="/ppt/notesMasters/notesMaster1.xml" Id="R352ee360c71d4a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6a8867ae8349e0" /><Relationship Type="http://schemas.openxmlformats.org/officeDocument/2006/relationships/notesMaster" Target="/ppt/notesMasters/notesMaster1.xml" Id="R1b582a9e7ac84f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206d1a00604ce8" /><Relationship Type="http://schemas.openxmlformats.org/officeDocument/2006/relationships/notesMaster" Target="/ppt/notesMasters/notesMaster1.xml" Id="R84d82cadaf9147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c456b6878e49ba" /><Relationship Type="http://schemas.openxmlformats.org/officeDocument/2006/relationships/notesMaster" Target="/ppt/notesMasters/notesMaster1.xml" Id="Rd86f6974acdc43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7eabcafead4c81" /><Relationship Type="http://schemas.openxmlformats.org/officeDocument/2006/relationships/notesMaster" Target="/ppt/notesMasters/notesMaster1.xml" Id="R7d7513c21ade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f62fa0e4343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47c330529545d3" /><Relationship Type="http://schemas.openxmlformats.org/officeDocument/2006/relationships/slideLayout" Target="/ppt/slideLayouts/slideLayout1.xml" Id="R45bd089b6209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d089b6209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f3bf71b664066" /><Relationship Type="http://schemas.openxmlformats.org/officeDocument/2006/relationships/image" Target="/ppt/media/image.png" Id="Rb1799f64999348c2" /><Relationship Type="http://schemas.openxmlformats.org/officeDocument/2006/relationships/notesSlide" Target="/ppt/notesSlides/notesSlide1.xml" Id="R948545b5eb30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d2d89b7f454d" /><Relationship Type="http://schemas.openxmlformats.org/officeDocument/2006/relationships/image" Target="/ppt/media/image2.png" Id="R9b3d4d5de787431f" /><Relationship Type="http://schemas.openxmlformats.org/officeDocument/2006/relationships/notesSlide" Target="/ppt/notesSlides/notesSlide2.xml" Id="R3e1cca9457e347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750a7f0f1462c" /><Relationship Type="http://schemas.openxmlformats.org/officeDocument/2006/relationships/image" Target="/ppt/media/image3.png" Id="R3672f24f4c75416f" /><Relationship Type="http://schemas.openxmlformats.org/officeDocument/2006/relationships/notesSlide" Target="/ppt/notesSlides/notesSlide3.xml" Id="R676e57122ea24e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2f024c5134dd6" /><Relationship Type="http://schemas.openxmlformats.org/officeDocument/2006/relationships/image" Target="/ppt/media/image4.png" Id="Rcd71dc562b9b4a3a" /><Relationship Type="http://schemas.openxmlformats.org/officeDocument/2006/relationships/notesSlide" Target="/ppt/notesSlides/notesSlide4.xml" Id="Rcff85c242801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14a703a4e4ccc" /><Relationship Type="http://schemas.openxmlformats.org/officeDocument/2006/relationships/image" Target="/ppt/media/image5.png" Id="R5f53653f44804690" /><Relationship Type="http://schemas.openxmlformats.org/officeDocument/2006/relationships/notesSlide" Target="/ppt/notesSlides/notesSlide5.xml" Id="R36a6542ce77942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b555be4e45c9" /><Relationship Type="http://schemas.openxmlformats.org/officeDocument/2006/relationships/image" Target="/ppt/media/image6.png" Id="Rb9180974b6e6492d" /><Relationship Type="http://schemas.openxmlformats.org/officeDocument/2006/relationships/notesSlide" Target="/ppt/notesSlides/notesSlide6.xml" Id="R33ba4498b77849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7c4fc57944068" /><Relationship Type="http://schemas.openxmlformats.org/officeDocument/2006/relationships/image" Target="/ppt/media/image7.png" Id="R2e0d2f3615724830" /><Relationship Type="http://schemas.openxmlformats.org/officeDocument/2006/relationships/notesSlide" Target="/ppt/notesSlides/notesSlide7.xml" Id="Rd9f02bb50508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abecf43d947a7" /><Relationship Type="http://schemas.openxmlformats.org/officeDocument/2006/relationships/image" Target="/ppt/media/image8.png" Id="R07481cfb1d134826" /><Relationship Type="http://schemas.openxmlformats.org/officeDocument/2006/relationships/notesSlide" Target="/ppt/notesSlides/notesSlide8.xml" Id="Rc1b58e7201da45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49e43f2af4c59" /><Relationship Type="http://schemas.openxmlformats.org/officeDocument/2006/relationships/image" Target="/ppt/media/image9.png" Id="R40c3da6772d94247" /><Relationship Type="http://schemas.openxmlformats.org/officeDocument/2006/relationships/notesSlide" Target="/ppt/notesSlides/notesSlide9.xml" Id="R9313124d97644a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e962e6b904909" /><Relationship Type="http://schemas.openxmlformats.org/officeDocument/2006/relationships/image" Target="/ppt/media/image10.png" Id="Rbacf7e77874242f0" /><Relationship Type="http://schemas.openxmlformats.org/officeDocument/2006/relationships/notesSlide" Target="/ppt/notesSlides/notesSlide10.xml" Id="R5abc32debe7f47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e5749b8a84321" /><Relationship Type="http://schemas.openxmlformats.org/officeDocument/2006/relationships/image" Target="/ppt/media/image11.png" Id="Rfb9385d3707c4bcc" /><Relationship Type="http://schemas.openxmlformats.org/officeDocument/2006/relationships/notesSlide" Target="/ppt/notesSlides/notesSlide11.xml" Id="Rd47391acb5a94f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481887c44160" /><Relationship Type="http://schemas.openxmlformats.org/officeDocument/2006/relationships/image" Target="/ppt/media/image12.png" Id="Rd3c1e99c400a4590" /><Relationship Type="http://schemas.openxmlformats.org/officeDocument/2006/relationships/notesSlide" Target="/ppt/notesSlides/notesSlide12.xml" Id="R0188ec678bbc42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e952b0d064ac6" /><Relationship Type="http://schemas.openxmlformats.org/officeDocument/2006/relationships/image" Target="/ppt/media/image13.png" Id="R9107e59a175e47ff" /><Relationship Type="http://schemas.openxmlformats.org/officeDocument/2006/relationships/notesSlide" Target="/ppt/notesSlides/notesSlide13.xml" Id="Rdc4c5897734a42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69c7d67014e75" /><Relationship Type="http://schemas.openxmlformats.org/officeDocument/2006/relationships/image" Target="/ppt/media/image14.png" Id="R7a760ef4b1504fb6" /><Relationship Type="http://schemas.openxmlformats.org/officeDocument/2006/relationships/notesSlide" Target="/ppt/notesSlides/notesSlide14.xml" Id="Radb7716558a740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02804456b43f3" /><Relationship Type="http://schemas.openxmlformats.org/officeDocument/2006/relationships/image" Target="/ppt/media/image15.png" Id="Rc5747b2c0dec4ac5" /><Relationship Type="http://schemas.openxmlformats.org/officeDocument/2006/relationships/notesSlide" Target="/ppt/notesSlides/notesSlide15.xml" Id="Rb1157c1de6944f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8db6d8c934774" /><Relationship Type="http://schemas.openxmlformats.org/officeDocument/2006/relationships/image" Target="/ppt/media/image16.png" Id="Rebd4ee64edd040f6" /><Relationship Type="http://schemas.openxmlformats.org/officeDocument/2006/relationships/notesSlide" Target="/ppt/notesSlides/notesSlide16.xml" Id="Rb676ae432e3d4f6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63c6b74e14dd1" /><Relationship Type="http://schemas.openxmlformats.org/officeDocument/2006/relationships/image" Target="/ppt/media/image17.png" Id="Re6d3735a2c164682" /><Relationship Type="http://schemas.openxmlformats.org/officeDocument/2006/relationships/notesSlide" Target="/ppt/notesSlides/notesSlide17.xml" Id="Rf1921bbafa5447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8b308644457b" /><Relationship Type="http://schemas.openxmlformats.org/officeDocument/2006/relationships/image" Target="/ppt/media/image18.png" Id="R2b3d6462a0644fba" /><Relationship Type="http://schemas.openxmlformats.org/officeDocument/2006/relationships/notesSlide" Target="/ppt/notesSlides/notesSlide18.xml" Id="Rf2562acd92f94f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4a1efbcd749a3" /><Relationship Type="http://schemas.openxmlformats.org/officeDocument/2006/relationships/image" Target="/ppt/media/image19.png" Id="Rfab7dd2829d7437c" /><Relationship Type="http://schemas.openxmlformats.org/officeDocument/2006/relationships/notesSlide" Target="/ppt/notesSlides/notesSlide19.xml" Id="R367420b799b04c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13a60534f4bdb" /><Relationship Type="http://schemas.openxmlformats.org/officeDocument/2006/relationships/image" Target="/ppt/media/image20.png" Id="R5ba61df6a25c430b" /><Relationship Type="http://schemas.openxmlformats.org/officeDocument/2006/relationships/notesSlide" Target="/ppt/notesSlides/notesSlide20.xml" Id="R4f73e70193ca43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42f1f87894b3a" /><Relationship Type="http://schemas.openxmlformats.org/officeDocument/2006/relationships/image" Target="/ppt/media/image21.png" Id="Ra95611aba9624de8" /><Relationship Type="http://schemas.openxmlformats.org/officeDocument/2006/relationships/notesSlide" Target="/ppt/notesSlides/notesSlide21.xml" Id="R0772e694ea1d43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16c0249b04e44" /><Relationship Type="http://schemas.openxmlformats.org/officeDocument/2006/relationships/image" Target="/ppt/media/image22.png" Id="R5b171598aaf74256" /><Relationship Type="http://schemas.openxmlformats.org/officeDocument/2006/relationships/notesSlide" Target="/ppt/notesSlides/notesSlide22.xml" Id="Rec5a5197603743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0ea504c174bbd" /><Relationship Type="http://schemas.openxmlformats.org/officeDocument/2006/relationships/image" Target="/ppt/media/image23.png" Id="R2ee9a67e2293404d" /><Relationship Type="http://schemas.openxmlformats.org/officeDocument/2006/relationships/notesSlide" Target="/ppt/notesSlides/notesSlide23.xml" Id="Rf2eabb1f99db40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0ac4b17b64713" /><Relationship Type="http://schemas.openxmlformats.org/officeDocument/2006/relationships/image" Target="/ppt/media/image24.png" Id="R7ec2e8f097b34830" /><Relationship Type="http://schemas.openxmlformats.org/officeDocument/2006/relationships/notesSlide" Target="/ppt/notesSlides/notesSlide24.xml" Id="R32c922cd396f468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52827e06e4ef0" /><Relationship Type="http://schemas.openxmlformats.org/officeDocument/2006/relationships/image" Target="/ppt/media/image25.png" Id="R2fd4f6bf7b1148f8" /><Relationship Type="http://schemas.openxmlformats.org/officeDocument/2006/relationships/notesSlide" Target="/ppt/notesSlides/notesSlide25.xml" Id="R6e2bb456dab545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99f64999348c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60C869BC-E484-4033-9167-59F34CE5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65660F5-A351-4B52-A625-A0153B41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01 / 25</a:t>
            </a:r>
          </a:p>
        </p:txBody>
      </p:sp>
    </p:spTree>
    <p:extLst>
      <p:ext uri="{BB962C8B-B14F-4D97-AF65-F5344CB8AC3E}">
        <p14:creationId xmlns:p14="http://schemas.microsoft.com/office/powerpoint/2010/main" val="1458075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d4d5de787431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7FB0A17E-00F7-468D-88BA-9008AB21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EB09C14-B115-4F2A-8992-A74D4DC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02 / 25</a:t>
            </a:r>
          </a:p>
        </p:txBody>
      </p:sp>
    </p:spTree>
    <p:extLst>
      <p:ext uri="{BB962C8B-B14F-4D97-AF65-F5344CB8AC3E}">
        <p14:creationId xmlns:p14="http://schemas.microsoft.com/office/powerpoint/2010/main" val="1569394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2f24f4c75416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12E5C4CA-A065-4E15-84E8-AD1176D8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16036D-B8B5-478B-A59E-98220316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03 / 25</a:t>
            </a:r>
          </a:p>
        </p:txBody>
      </p:sp>
    </p:spTree>
    <p:extLst>
      <p:ext uri="{BB962C8B-B14F-4D97-AF65-F5344CB8AC3E}">
        <p14:creationId xmlns:p14="http://schemas.microsoft.com/office/powerpoint/2010/main" val="331489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1dc562b9b4a3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8B1F2B7F-94D7-4C25-96C7-B02E7A3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EBB77CA-7EF9-4100-BCAF-A690F877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04 / 25</a:t>
            </a:r>
          </a:p>
        </p:txBody>
      </p:sp>
    </p:spTree>
    <p:extLst>
      <p:ext uri="{BB962C8B-B14F-4D97-AF65-F5344CB8AC3E}">
        <p14:creationId xmlns:p14="http://schemas.microsoft.com/office/powerpoint/2010/main" val="1800876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3653f4480469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B3B067C1-4BDA-46A4-B5FC-266981C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DECE2A8-8C94-4735-A1B0-FECD7D1D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05 / 25</a:t>
            </a:r>
          </a:p>
        </p:txBody>
      </p:sp>
    </p:spTree>
    <p:extLst>
      <p:ext uri="{BB962C8B-B14F-4D97-AF65-F5344CB8AC3E}">
        <p14:creationId xmlns:p14="http://schemas.microsoft.com/office/powerpoint/2010/main" val="399903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0974b6e6492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A48ABE15-2D15-4386-A766-4EC44755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090CD23-5D78-47A2-8C49-006F399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06 / 25</a:t>
            </a:r>
          </a:p>
        </p:txBody>
      </p:sp>
    </p:spTree>
    <p:extLst>
      <p:ext uri="{BB962C8B-B14F-4D97-AF65-F5344CB8AC3E}">
        <p14:creationId xmlns:p14="http://schemas.microsoft.com/office/powerpoint/2010/main" val="1051611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d2f36157248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B3254DD3-F2FE-435B-80AA-266DC7A2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F52B6BE-E26E-40FB-9DBB-A354706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07 / 25</a:t>
            </a:r>
          </a:p>
        </p:txBody>
      </p:sp>
    </p:spTree>
    <p:extLst>
      <p:ext uri="{BB962C8B-B14F-4D97-AF65-F5344CB8AC3E}">
        <p14:creationId xmlns:p14="http://schemas.microsoft.com/office/powerpoint/2010/main" val="253955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81cfb1d13482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0FCB8722-173A-41AD-80DE-31448A7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F1EA4C4-3712-4350-93AC-19F24299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08 / 25</a:t>
            </a:r>
          </a:p>
        </p:txBody>
      </p:sp>
    </p:spTree>
    <p:extLst>
      <p:ext uri="{BB962C8B-B14F-4D97-AF65-F5344CB8AC3E}">
        <p14:creationId xmlns:p14="http://schemas.microsoft.com/office/powerpoint/2010/main" val="1002614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3da6772d9424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366E10D1-EC23-45C6-AE20-7D6F051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9785BD6-3C34-4333-ACF2-0C7F56FD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09 / 25</a:t>
            </a:r>
          </a:p>
        </p:txBody>
      </p:sp>
    </p:spTree>
    <p:extLst>
      <p:ext uri="{BB962C8B-B14F-4D97-AF65-F5344CB8AC3E}">
        <p14:creationId xmlns:p14="http://schemas.microsoft.com/office/powerpoint/2010/main" val="965259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f7e77874242f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A5A37F79-F0CD-4094-BBB7-A998AB1D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DE94D66-A54D-4156-A5E0-BEB3C259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14689151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385d3707c4bc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8AE83BC0-D43B-449B-BD7E-CCE7F0D5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3256BF9-B3B7-47B4-BB58-2034CE86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2098093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1e99c400a459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4C247990-042E-4BD1-83CA-8169CFD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8D5831E-C6BE-43B8-B79F-197729EB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1948332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e59a175e47ff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BAB37599-0E10-4D5B-8592-C28130C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04B3055-1533-4408-9C59-A044B7BD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1355077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60ef4b1504fb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A7DA368A-4E0D-492A-B314-7C25EEF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A4C2232-6289-4F76-B124-CD4E0923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385101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47b2c0dec4ac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11B71DA3-F61A-4935-8A7E-0E0B77B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D432DC0-D66E-4D35-96AD-EAE6EA88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11883911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4ee64edd040f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1D956079-8B32-4658-A1A0-CDFBEA4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DAE8F4A-D3FB-409F-8128-C1C0C070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4167850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3735a2c16468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8FBA7383-CD3B-4224-9353-AD0D2E3B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80F2AA4-136E-4FB6-AFBF-D245271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4494660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d6462a0644fb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2E9F7683-90C5-4559-89F1-7A837FA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652AEB1-3352-4B00-98FC-C116342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21131975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7dd2829d7437c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E7A277F1-845D-45DC-9F8B-2BC5DCCB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C40EB8A-8627-4F84-98E0-94CB27A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19648220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61df6a25c430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039C7C31-0A53-4A02-8DE2-894F643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971D03A-5809-41DB-BDA7-4154CC0A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20891865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611aba9624de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DC56E446-5F3F-47EB-9232-C23A7C2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38DD6DC-42AB-479B-BF9C-0926AB7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15682914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71598aaf7425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643DF847-8AFF-4A66-B6F5-167CA668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7A80D3B-C55E-48EB-AF44-3B0728C7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6084679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9a67e2293404d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2791A725-1156-42E9-A28D-70E661A4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2768B95-4F4A-4E04-848D-8C78190E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9806229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2e8f097b3483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7676CB9F-F2D5-4F1E-A5A3-E5FA0F5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A53FA9E-4DC1-4808-9560-673EFFAF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7153618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4f6bf7b1148f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legacy-page-cover">
            <a:extLst xmlns:a="http://schemas.openxmlformats.org/drawingml/2006/main">
              <a:ext uri="{FF2B5EF4-FFF2-40B4-BE49-F238E27FC236}">
                <a16:creationId xmlns:a16="http://schemas.microsoft.com/office/drawing/2014/main" id="{AD800B5D-BAA4-4D9A-99BA-E27F465E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63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96F2182-AE2E-4924-90E5-81CDDAD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9801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AA4B2"/>
                </a:solidFill>
              </a:defRPr>
            </a:pPr>
            <a:r>
              <a:rPr sz="1125" b="1">
                <a:solidFill>
                  <a:srgbClr val="9AA4B2"/>
                </a:solidFill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1005309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2026-09-02T07:27:34.1480000Z</dcterms:created>
  <dcterms:modified xsi:type="dcterms:W3CDTF">2026-09-02T07:27:34.1480000Z</dcterms:modified>
</coreProperties>
</file>